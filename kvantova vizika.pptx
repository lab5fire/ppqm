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Ивонов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65992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2" y="1476339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220</Words>
  <Application>Microsoft Office PowerPoint</Application>
  <PresentationFormat>Widescreen</PresentationFormat>
  <Paragraphs>13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6</cp:revision>
  <dcterms:created xsi:type="dcterms:W3CDTF">2026-01-20T14:26:01Z</dcterms:created>
  <dcterms:modified xsi:type="dcterms:W3CDTF">2026-01-20T17:50:27Z</dcterms:modified>
</cp:coreProperties>
</file>