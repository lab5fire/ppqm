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Ивонов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интерференчна картина</a:t>
            </a:r>
            <a:r>
              <a:rPr lang="ru-RU" dirty="0"/>
              <a:t> като вълна.</a:t>
            </a:r>
          </a:p>
          <a:p>
            <a:r>
              <a:rPr lang="ru-RU" dirty="0"/>
              <a:t>Подобно е на топка, която понякога се държи като вълна във вода.</a:t>
            </a:r>
          </a:p>
          <a:p>
            <a:endParaRPr lang="bg-B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2CBA0-6D3A-6E60-EB62-4169012C3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574200"/>
            <a:ext cx="5181600" cy="5709599"/>
          </a:xfrm>
        </p:spPr>
        <p:txBody>
          <a:bodyPr>
            <a:normAutofit fontScale="92500" lnSpcReduction="10000"/>
          </a:bodyPr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397</Words>
  <Application>Microsoft Office PowerPoint</Application>
  <PresentationFormat>Widescreen</PresentationFormat>
  <Paragraphs>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7</cp:revision>
  <dcterms:created xsi:type="dcterms:W3CDTF">2026-01-20T14:26:01Z</dcterms:created>
  <dcterms:modified xsi:type="dcterms:W3CDTF">2026-01-20T18:19:31Z</dcterms:modified>
</cp:coreProperties>
</file>