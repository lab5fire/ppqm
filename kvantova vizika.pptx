
<file path=[Content_Types].xml><?xml version="1.0" encoding="utf-8"?>
<Types xmlns="http://schemas.openxmlformats.org/package/2006/content-types"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bg-B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7" d="100"/>
          <a:sy n="87" d="100"/>
        </p:scale>
        <p:origin x="499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A308D8-64D7-2834-CA86-FBF0BDD16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F33B34-16D5-CFFE-3393-9016DBA537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bg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739FBB-E0AA-ACA6-834E-DA3B6FAB1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20.1.2026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93E331-30BA-02B9-31E7-753AE839AF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97B38A-EE22-9FD2-901C-C151B7A1C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205233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B61072-6D1C-7EDD-E5D0-64C066198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41636E-592D-3472-E3A9-B8E9A62640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BFE2DF-A3A1-31B0-0C17-F3F92336C5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20.1.2026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231A8C-8AFC-A5E5-D8BC-7DB25A55B2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BA2C25-39EB-732B-4C54-FEB4253C9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0381648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8B1328-CCD6-9AF6-9D2B-9A82D237E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1FA226-87CB-EF20-675E-5842597E0A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A130B2-C287-6023-2C6D-8C2B08DDA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20.1.2026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992F1B-40C4-1E63-5411-6607C3FA35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68A343-F501-42D9-0B17-3D7D2149D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7734545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E009C-5B2A-CACC-3E95-DC6ACD19D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1CB8BF-E482-4CBB-C2B0-1C78B7E70B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96307B-6D0A-2B25-5F74-35EBCB5876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8ADAC6-35C6-A7DE-2290-013CE53804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20.1.2026 г.</a:t>
            </a:fld>
            <a:endParaRPr lang="bg-B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02F72A-5BC9-F02A-15C1-9F7D5637FD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69A3A0-28DD-3EED-B915-EC4657C17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7710675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3C213A-54D4-857E-044B-C837E2EA8A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CA11FF-6AA2-EACB-221A-BA010B36D9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0823DF-A596-3CEB-A2D5-141942A855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B97B1C-B8AA-E8B1-70EA-F8F1F3BADA4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E23911F-D0ED-867B-8DB6-D6E3B74222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F09E9B0-1084-5DA4-D0C1-26099115A7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20.1.2026 г.</a:t>
            </a:fld>
            <a:endParaRPr lang="bg-B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3C7EE0-21F8-436C-EA52-F399B7BE5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02A0DC9-DDBB-E9B6-4EF8-4A4581C71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8247403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428F86-BF9C-8FFA-9D1B-87444CF78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93F796-A834-D4B7-82E0-7E93FD7E1E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20.1.2026 г.</a:t>
            </a:fld>
            <a:endParaRPr lang="bg-B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B64FDE-2AA0-18F1-0A17-F81CE49821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D021FE-900F-52F4-1A55-440AABF75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420776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49C0A3C-6A14-72EE-F5D3-D324BFA132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20.1.2026 г.</a:t>
            </a:fld>
            <a:endParaRPr lang="bg-B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8D979F3-2BD4-CF52-5096-5EDC61D254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BF1055-332E-E444-D973-CB62D649BB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1315633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CE94E-1943-ABFC-54B4-7A7F002D82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E42509-0CBC-7301-0895-B781BF453D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D08DB9-C5DC-893E-2001-54D2D179D7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1D17F5-6148-EFEC-3CF8-F0E1D4B530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20.1.2026 г.</a:t>
            </a:fld>
            <a:endParaRPr lang="bg-B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68C003-38D9-BDDC-8D46-063AB21723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4B30B5-16FC-66AB-7742-EE737C9C0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6920901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E90A9-FC5E-0E74-CABB-ACD446927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CCF36A-21A3-4F83-32BE-CE47129816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bg-B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C21170-FE3F-6444-1604-DB627DC337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4A7C5A-714E-7749-05BB-8D50722C23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20.1.2026 г.</a:t>
            </a:fld>
            <a:endParaRPr lang="bg-B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9D4444-1EC2-8470-8F3B-536685984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0646EF-96A4-B6C5-B686-D580F45270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4148400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AEDC67-3550-ECFB-4BB9-3C92968514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4391FD7-3EA4-3957-4F6D-3B636691DB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0856EA-56B7-4D0D-61E8-BB1BDF7404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20.1.2026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27C474-76C0-8842-5A9C-C95D9AF6B2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01CF91-4DBC-D5B8-6B3A-80F83E49B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908221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5FA67E8-81CE-27F1-89A8-9E7C0153565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B96B2A-AE41-326B-874C-9D680EEC0A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B1FF2E-7934-F32B-51C2-0C942B269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20.1.2026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4E1EB2-0952-F201-4A2A-B87152513E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F4233B-C016-E43B-2C3F-8EF8DC5F3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671475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C33BD2-1171-4085-E8C5-97DF73F640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DD6180-3716-7467-983C-949D9AE9E0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211A04-7516-6A23-C76F-EF41A49D442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F173BD-1082-4503-BC6F-F0C637969118}" type="datetimeFigureOut">
              <a:rPr lang="bg-BG" smtClean="0"/>
              <a:t>20.1.2026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B8DA47-6D29-BFE7-50C8-19414000A4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4E66CE-7132-B90E-572B-BC7465A853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969914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bg-BG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FF9201A-E3A2-A352-82D0-274E5675057A}"/>
              </a:ext>
            </a:extLst>
          </p:cNvPr>
          <p:cNvSpPr/>
          <p:nvPr/>
        </p:nvSpPr>
        <p:spPr>
          <a:xfrm>
            <a:off x="1406769" y="1556238"/>
            <a:ext cx="9144000" cy="308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410C5D1-1831-A2D2-3BE1-1878A1DBEE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bg-BG" dirty="0"/>
              <a:t>Основни принципи на</a:t>
            </a:r>
            <a:br>
              <a:rPr lang="bg-BG" dirty="0"/>
            </a:br>
            <a:r>
              <a:rPr lang="bg-BG" dirty="0"/>
              <a:t>квантовата физика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798665-A47C-93E8-DDD4-9DFE40CAB57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bg-BG" dirty="0"/>
              <a:t>Проект направен от Мартин Велев и Никола Ивонов</a:t>
            </a:r>
          </a:p>
        </p:txBody>
      </p:sp>
      <p:pic>
        <p:nvPicPr>
          <p:cNvPr id="1026" name="Picture 2" descr="Cristiano Ronaldo Drinking GIF - Cristiano Ronaldo Drinking Wink - Discover  &amp; Share GIFs">
            <a:extLst>
              <a:ext uri="{FF2B5EF4-FFF2-40B4-BE49-F238E27FC236}">
                <a16:creationId xmlns:a16="http://schemas.microsoft.com/office/drawing/2014/main" id="{E69AE2B2-969C-5419-A351-E8F335E305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12416" y="5002823"/>
            <a:ext cx="1679584" cy="1855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153459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FCC84E5-0F15-3C2B-7649-E86FD83CC017}"/>
              </a:ext>
            </a:extLst>
          </p:cNvPr>
          <p:cNvSpPr/>
          <p:nvPr/>
        </p:nvSpPr>
        <p:spPr>
          <a:xfrm>
            <a:off x="291830" y="184826"/>
            <a:ext cx="11439728" cy="616473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324CF3-5ED9-3030-5FF5-EC51D4846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Какво е квантовата физика?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70D726-AA71-58E0-CA0F-1639E89296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Квaнтовaта физика е клон на науката. Тя изучава много малки частици. Такива частици са атоми и фотони. Те се държат по необичайни начини.Квантовата физика се нарича още квантова механика. </a:t>
            </a:r>
          </a:p>
          <a:p>
            <a:r>
              <a:rPr lang="ru-RU" dirty="0"/>
              <a:t>Тя обяснява как работят най-малките части на Вселената. Всичко около нас е изградено от протони, неутрони и електрони.В квантовата физика частиците могат да се държат като частици и като вълни. Светлината е пример за това. Това се нарича вълново-частичен дуализъм.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339509281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8C6D20-5AC7-2572-0381-A2A2B29CC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bg-BG" dirty="0"/>
              <a:t>Принципи на квантовата физика</a:t>
            </a:r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4E0DB2C8-3DE1-F812-DBE5-799AF0EABC60}"/>
              </a:ext>
            </a:extLst>
          </p:cNvPr>
          <p:cNvSpPr/>
          <p:nvPr/>
        </p:nvSpPr>
        <p:spPr>
          <a:xfrm>
            <a:off x="5235102" y="1838528"/>
            <a:ext cx="1721796" cy="4124527"/>
          </a:xfrm>
          <a:prstGeom prst="downArrow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21443882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2F45010-BA56-9BB5-D5A3-0939C1AD01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4FDBB1-3825-FF41-A7DE-CB0CB8D2B8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862350978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105</Words>
  <Application>Microsoft Office PowerPoint</Application>
  <PresentationFormat>Widescreen</PresentationFormat>
  <Paragraphs>6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Основни принципи на квантовата физика</vt:lpstr>
      <vt:lpstr>Какво е квантовата физика?</vt:lpstr>
      <vt:lpstr>Принципи на квантовата физика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Martin Velev</dc:creator>
  <cp:lastModifiedBy>Martin Velev</cp:lastModifiedBy>
  <cp:revision>3</cp:revision>
  <dcterms:created xsi:type="dcterms:W3CDTF">2026-01-20T14:26:01Z</dcterms:created>
  <dcterms:modified xsi:type="dcterms:W3CDTF">2026-01-20T16:47:58Z</dcterms:modified>
</cp:coreProperties>
</file>