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интерференчна 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26417-EE1B-9815-853C-77875B22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7. Квантово заплитане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02E61-6BE8-2FE5-C216-1FD0FA9F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Учени: Айнщайн, Подолски и Розен (EPR), по-късно Джон Бел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1935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760639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4305-BC3A-393A-08EA-8689E970D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частици могат да станат квантово свързани, така че състоянието на едната моментално определя състоянието на другата, независимо от разстоянието между тях.</a:t>
            </a:r>
            <a:r>
              <a:rPr lang="en-US" dirty="0"/>
              <a:t> </a:t>
            </a:r>
            <a:r>
              <a:rPr lang="ru-RU" dirty="0"/>
              <a:t>Айнщайн го нарича „призрачно действие от разстояние“.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заплетени частици:</a:t>
            </a:r>
          </a:p>
          <a:p>
            <a:r>
              <a:rPr lang="ru-RU" dirty="0"/>
              <a:t>измерваш първата → спин нагоре,</a:t>
            </a:r>
          </a:p>
          <a:p>
            <a:r>
              <a:rPr lang="ru-RU" dirty="0"/>
              <a:t>втората веднага става със спин надолу, дори да е на другия край на Вселената.</a:t>
            </a:r>
          </a:p>
        </p:txBody>
      </p:sp>
      <p:pic>
        <p:nvPicPr>
          <p:cNvPr id="1026" name="Picture 2" descr="Визуализация на квантовото заплитане в реално време с помощта на двуфотонна  холография - kaldata.com">
            <a:extLst>
              <a:ext uri="{FF2B5EF4-FFF2-40B4-BE49-F238E27FC236}">
                <a16:creationId xmlns:a16="http://schemas.microsoft.com/office/drawing/2014/main" id="{F3A24098-EE90-CD10-DC8F-E90AB03BB2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651" y="1971675"/>
            <a:ext cx="51816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70456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12C2-2B76-F096-E837-B3F56BFB8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Вероятностен характер на квантовата физика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17F52A-2D50-B486-F665-D3F0233FD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Макс Борн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6078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1784-029D-464A-6DEE-EBC28D18DB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Квантовата физика не предсказва точни резултати, а вероятности.</a:t>
            </a:r>
            <a:r>
              <a:rPr lang="en-US" dirty="0"/>
              <a:t> </a:t>
            </a:r>
            <a:r>
              <a:rPr lang="ru-RU" dirty="0"/>
              <a:t>Вълновата функция не казва къде точно е частицата, а с каква вероятност може да бъде намерена там.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Не можем да кажем:</a:t>
            </a:r>
          </a:p>
          <a:p>
            <a:pPr marL="0" indent="0">
              <a:buNone/>
            </a:pPr>
            <a:r>
              <a:rPr lang="ru-RU" dirty="0"/>
              <a:t>„Електронът е точно тук“</a:t>
            </a:r>
          </a:p>
          <a:p>
            <a:pPr marL="0" indent="0">
              <a:buNone/>
            </a:pPr>
            <a:r>
              <a:rPr lang="ru-RU" dirty="0"/>
              <a:t>Можем да кажем:</a:t>
            </a:r>
          </a:p>
          <a:p>
            <a:pPr marL="0" indent="0">
              <a:buNone/>
            </a:pPr>
            <a:r>
              <a:rPr lang="ru-RU" dirty="0"/>
              <a:t>„Има 80% шанс да е тук и 20% – там“</a:t>
            </a:r>
            <a:endParaRPr lang="bg-BG" dirty="0"/>
          </a:p>
        </p:txBody>
      </p:sp>
      <p:pic>
        <p:nvPicPr>
          <p:cNvPr id="2050" name="Picture 2" descr="Човешката душа е част от природата, макар и най-мистериозната – МАКС БОРН |  Четилище">
            <a:extLst>
              <a:ext uri="{FF2B5EF4-FFF2-40B4-BE49-F238E27FC236}">
                <a16:creationId xmlns:a16="http://schemas.microsoft.com/office/drawing/2014/main" id="{2103BFF2-C08F-6113-EAB8-BFF696D84C7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383" y="575150"/>
            <a:ext cx="4065827" cy="570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677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7F69-4B25-D6F1-EA6E-21F36BD0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6187"/>
            <a:ext cx="10515600" cy="1325563"/>
          </a:xfrm>
        </p:spPr>
        <p:txBody>
          <a:bodyPr/>
          <a:lstStyle/>
          <a:p>
            <a:pPr algn="ctr"/>
            <a:r>
              <a:rPr lang="bg-BG" dirty="0"/>
              <a:t>Благодаря за отделеното време!</a:t>
            </a:r>
          </a:p>
        </p:txBody>
      </p:sp>
      <p:pic>
        <p:nvPicPr>
          <p:cNvPr id="3078" name="Picture 6" descr="Approved Meme GIFs | Tenor">
            <a:extLst>
              <a:ext uri="{FF2B5EF4-FFF2-40B4-BE49-F238E27FC236}">
                <a16:creationId xmlns:a16="http://schemas.microsoft.com/office/drawing/2014/main" id="{B7DEBB6A-2841-BAD9-64D7-8FD63852E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4286250"/>
            <a:ext cx="457200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9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780</Words>
  <Application>Microsoft Office PowerPoint</Application>
  <PresentationFormat>Widescreen</PresentationFormat>
  <Paragraphs>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  <vt:lpstr>7. Квантово заплитане</vt:lpstr>
      <vt:lpstr>PowerPoint Presentation</vt:lpstr>
      <vt:lpstr>8. Вероятностен характер на квантовата физика</vt:lpstr>
      <vt:lpstr>PowerPoint Presentation</vt:lpstr>
      <vt:lpstr>Благодаря за отделеното време!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18</cp:revision>
  <dcterms:created xsi:type="dcterms:W3CDTF">2026-01-20T14:26:01Z</dcterms:created>
  <dcterms:modified xsi:type="dcterms:W3CDTF">2026-01-21T17:50:35Z</dcterms:modified>
</cp:coreProperties>
</file>