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9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20.1.2026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Ивонов</a:t>
            </a:r>
          </a:p>
        </p:txBody>
      </p:sp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706F6-75DD-6EB4-609E-D7F52A05F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B13A01-A154-E646-1DE9-0B70C2C18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101</Words>
  <Application>Microsoft Office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1</cp:revision>
  <dcterms:created xsi:type="dcterms:W3CDTF">2026-01-20T14:26:01Z</dcterms:created>
  <dcterms:modified xsi:type="dcterms:W3CDTF">2026-01-20T15:33:33Z</dcterms:modified>
</cp:coreProperties>
</file>